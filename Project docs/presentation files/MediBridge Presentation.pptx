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053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CARE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344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MediBridge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Healthcare Access &amp; Management Platform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web platform connecting patients, doctors and administrators for appointments, medical records, prescriptions and medication adherence.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C:\Users\sohan\AppData\Local\Temp\claude\D--FSDL--Mini-Project-MediBridge\45f97dc8-c678-4908-a574-23fe9eb2c836\scratchpad\pptx_work\icons\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23360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Discovery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03120" y="388620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C:\Users\sohan\AppData\Local\Temp\claude\D--FSDL--Mini-Project-MediBridge\45f97dc8-c678-4908-a574-23fe9eb2c836\scratchpad\pptx_work\icons\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40233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566160" y="388620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2" descr="C:\Users\sohan\AppData\Local\Temp\claude\D--FSDL--Mini-Project-MediBridge\45f97dc8-c678-4908-a574-23fe9eb2c836\scratchpad\pptx_work\icons\file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402336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3756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029200" y="388620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3" descr="C:\Users\sohan\AppData\Local\Temp\claude\D--FSDL--Mini-Project-MediBridge\45f97dc8-c678-4908-a574-23fe9eb2c836\scratchpad\pptx_work\icons\pil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402336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0060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Tracking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40080" y="5257800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2DD4BF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0080" y="52578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1783080" y="5257800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4F46E5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1783080" y="52578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926080" y="5257800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2926080" y="52578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— role-based access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251960" y="5212080"/>
            <a:ext cx="2423160" cy="868680"/>
          </a:xfrm>
          <a:prstGeom prst="roundRect">
            <a:avLst>
              <a:gd name="adj" fmla="val 6316"/>
            </a:avLst>
          </a:prstGeom>
          <a:solidFill>
            <a:srgbClr val="0B1220"/>
          </a:solidFill>
          <a:ln w="12700">
            <a:solidFill>
              <a:srgbClr val="1E3A3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434840" y="528523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Lokhande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16015024040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Sohan Narewadi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16015024048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315200" y="914400"/>
            <a:ext cx="4206240" cy="50292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15200" y="914400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/>
        </p:spPr>
      </p:sp>
      <p:sp>
        <p:nvSpPr>
          <p:cNvPr id="30" name="Shape 24"/>
          <p:cNvSpPr/>
          <p:nvPr/>
        </p:nvSpPr>
        <p:spPr>
          <a:xfrm>
            <a:off x="7315200" y="1115568"/>
            <a:ext cx="4206240" cy="2103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5"/>
          <p:cNvSpPr/>
          <p:nvPr/>
        </p:nvSpPr>
        <p:spPr>
          <a:xfrm>
            <a:off x="7479792" y="1060704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2" name="Shape 26"/>
          <p:cNvSpPr/>
          <p:nvPr/>
        </p:nvSpPr>
        <p:spPr>
          <a:xfrm>
            <a:off x="7680960" y="106070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3" name="Shape 27"/>
          <p:cNvSpPr/>
          <p:nvPr/>
        </p:nvSpPr>
        <p:spPr>
          <a:xfrm>
            <a:off x="7882128" y="106070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Shape 28"/>
          <p:cNvSpPr/>
          <p:nvPr/>
        </p:nvSpPr>
        <p:spPr>
          <a:xfrm>
            <a:off x="8229600" y="1005840"/>
            <a:ext cx="3017520" cy="2286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302752" y="1005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medibridge.app/patient/dashboard</a:t>
            </a:r>
            <a:endParaRPr lang="en-US" sz="800" dirty="0"/>
          </a:p>
        </p:txBody>
      </p:sp>
      <p:sp>
        <p:nvSpPr>
          <p:cNvPr id="36" name="Text 30"/>
          <p:cNvSpPr txBox="1"/>
          <p:nvPr/>
        </p:nvSpPr>
        <p:spPr>
          <a:xfrm>
            <a:off x="7543800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back, Aditya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7543800" y="18013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your care overview for today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543800" y="2167128"/>
            <a:ext cx="1158240" cy="1051560"/>
          </a:xfrm>
          <a:prstGeom prst="roundRect">
            <a:avLst>
              <a:gd name="adj" fmla="val 521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680960" y="23042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0" name="Image 4" descr="C:\Users\sohan\AppData\Local\Temp\claude\D--FSDL--Mini-Project-MediBridge\45f97dc8-c678-4908-a574-23fe9eb2c836\scratchpad\pptx_work\icons\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2386584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653528" y="2734056"/>
            <a:ext cx="938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Appt.</a:t>
            </a:r>
            <a:endParaRPr lang="en-US" sz="850" dirty="0"/>
          </a:p>
        </p:txBody>
      </p:sp>
      <p:sp>
        <p:nvSpPr>
          <p:cNvPr id="42" name="Text 35"/>
          <p:cNvSpPr txBox="1"/>
          <p:nvPr/>
        </p:nvSpPr>
        <p:spPr>
          <a:xfrm>
            <a:off x="7653528" y="2944368"/>
            <a:ext cx="938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Mehta · Tue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8839200" y="2167128"/>
            <a:ext cx="1158240" cy="1051560"/>
          </a:xfrm>
          <a:prstGeom prst="roundRect">
            <a:avLst>
              <a:gd name="adj" fmla="val 521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976360" y="2304288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5" name="Image 5" descr="C:\Users\sohan\AppData\Local\Temp\claude\D--FSDL--Mini-Project-MediBridge\45f97dc8-c678-4908-a574-23fe9eb2c836\scratchpad\pptx_work\icons\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8656" y="2386584"/>
            <a:ext cx="201168" cy="201168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948928" y="2734056"/>
            <a:ext cx="938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Score</a:t>
            </a:r>
            <a:endParaRPr lang="en-US" sz="850" dirty="0"/>
          </a:p>
        </p:txBody>
      </p:sp>
      <p:sp>
        <p:nvSpPr>
          <p:cNvPr id="47" name="Text 39"/>
          <p:cNvSpPr txBox="1"/>
          <p:nvPr/>
        </p:nvSpPr>
        <p:spPr>
          <a:xfrm>
            <a:off x="8948928" y="2944368"/>
            <a:ext cx="938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/ 100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10134600" y="2167128"/>
            <a:ext cx="1158240" cy="1051560"/>
          </a:xfrm>
          <a:prstGeom prst="roundRect">
            <a:avLst>
              <a:gd name="adj" fmla="val 521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10271760" y="23042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0" name="Image 6" descr="C:\Users\sohan\AppData\Local\Temp\claude\D--FSDL--Mini-Project-MediBridge\45f97dc8-c678-4908-a574-23fe9eb2c836\scratchpad\pptx_work\icons\pil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4056" y="2386584"/>
            <a:ext cx="201168" cy="201168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10244328" y="2734056"/>
            <a:ext cx="938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850" dirty="0"/>
          </a:p>
        </p:txBody>
      </p:sp>
      <p:sp>
        <p:nvSpPr>
          <p:cNvPr id="52" name="Text 43"/>
          <p:cNvSpPr txBox="1"/>
          <p:nvPr/>
        </p:nvSpPr>
        <p:spPr>
          <a:xfrm>
            <a:off x="10244328" y="2944368"/>
            <a:ext cx="938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active</a:t>
            </a:r>
            <a:endParaRPr lang="en-US" sz="950" dirty="0"/>
          </a:p>
        </p:txBody>
      </p:sp>
      <p:sp>
        <p:nvSpPr>
          <p:cNvPr id="53" name="Text 44"/>
          <p:cNvSpPr txBox="1"/>
          <p:nvPr/>
        </p:nvSpPr>
        <p:spPr>
          <a:xfrm>
            <a:off x="7543800" y="34015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Appointments</a:t>
            </a:r>
            <a:endParaRPr lang="en-US" sz="1050" dirty="0"/>
          </a:p>
        </p:txBody>
      </p:sp>
      <p:sp>
        <p:nvSpPr>
          <p:cNvPr id="54" name="Shape 45"/>
          <p:cNvSpPr/>
          <p:nvPr/>
        </p:nvSpPr>
        <p:spPr>
          <a:xfrm>
            <a:off x="7543800" y="3694176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7635240" y="3785616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6" name="Image 7" descr="C:\Users\sohan\AppData\Local\Temp\claude\D--FSDL--Mini-Project-MediBridge\45f97dc8-c678-4908-a574-23fe9eb2c836\scratchpad\pptx_work\icons\user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9248" y="3849624"/>
            <a:ext cx="164592" cy="16459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001000" y="3730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Priya Mehta</a:t>
            </a:r>
            <a:endParaRPr lang="en-US" sz="900" dirty="0"/>
          </a:p>
        </p:txBody>
      </p:sp>
      <p:sp>
        <p:nvSpPr>
          <p:cNvPr id="58" name="Text 48"/>
          <p:cNvSpPr txBox="1"/>
          <p:nvPr/>
        </p:nvSpPr>
        <p:spPr>
          <a:xfrm>
            <a:off x="8001000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· Tue, 10:30 AM</a:t>
            </a:r>
            <a:endParaRPr lang="en-US" sz="750" dirty="0"/>
          </a:p>
        </p:txBody>
      </p:sp>
      <p:sp>
        <p:nvSpPr>
          <p:cNvPr id="59" name="Shape 49"/>
          <p:cNvSpPr/>
          <p:nvPr/>
        </p:nvSpPr>
        <p:spPr>
          <a:xfrm>
            <a:off x="10378440" y="3822192"/>
            <a:ext cx="868680" cy="228600"/>
          </a:xfrm>
          <a:prstGeom prst="roundRect">
            <a:avLst>
              <a:gd name="adj" fmla="val 160000"/>
            </a:avLst>
          </a:prstGeom>
          <a:solidFill>
            <a:srgbClr val="DCFCE7"/>
          </a:solidFill>
          <a:ln/>
        </p:spPr>
      </p:sp>
      <p:sp>
        <p:nvSpPr>
          <p:cNvPr id="60" name="Text 50"/>
          <p:cNvSpPr txBox="1"/>
          <p:nvPr/>
        </p:nvSpPr>
        <p:spPr>
          <a:xfrm>
            <a:off x="10378440" y="38221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750" dirty="0"/>
          </a:p>
        </p:txBody>
      </p:sp>
      <p:sp>
        <p:nvSpPr>
          <p:cNvPr id="61" name="Shape 51"/>
          <p:cNvSpPr/>
          <p:nvPr/>
        </p:nvSpPr>
        <p:spPr>
          <a:xfrm>
            <a:off x="7543800" y="4261104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7635240" y="4352544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3" name="Image 8" descr="C:\Users\sohan\AppData\Local\Temp\claude\D--FSDL--Mini-Project-MediBridge\45f97dc8-c678-4908-a574-23fe9eb2c836\scratchpad\pptx_work\icons\user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9248" y="4416552"/>
            <a:ext cx="164592" cy="164592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8001000" y="4297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Arjun Rao</a:t>
            </a:r>
            <a:endParaRPr lang="en-US" sz="900" dirty="0"/>
          </a:p>
        </p:txBody>
      </p:sp>
      <p:sp>
        <p:nvSpPr>
          <p:cNvPr id="65" name="Text 54"/>
          <p:cNvSpPr txBox="1"/>
          <p:nvPr/>
        </p:nvSpPr>
        <p:spPr>
          <a:xfrm>
            <a:off x="8001000" y="4498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 · Fri, 4:00 PM</a:t>
            </a:r>
            <a:endParaRPr lang="en-US" sz="750" dirty="0"/>
          </a:p>
        </p:txBody>
      </p:sp>
      <p:sp>
        <p:nvSpPr>
          <p:cNvPr id="66" name="Shape 55"/>
          <p:cNvSpPr/>
          <p:nvPr/>
        </p:nvSpPr>
        <p:spPr>
          <a:xfrm>
            <a:off x="10378440" y="4389120"/>
            <a:ext cx="868680" cy="228600"/>
          </a:xfrm>
          <a:prstGeom prst="roundRect">
            <a:avLst>
              <a:gd name="adj" fmla="val 160000"/>
            </a:avLst>
          </a:prstGeom>
          <a:solidFill>
            <a:srgbClr val="FEF3C7"/>
          </a:solidFill>
          <a:ln/>
        </p:spPr>
      </p:sp>
      <p:sp>
        <p:nvSpPr>
          <p:cNvPr id="67" name="Text 56"/>
          <p:cNvSpPr txBox="1"/>
          <p:nvPr/>
        </p:nvSpPr>
        <p:spPr>
          <a:xfrm>
            <a:off x="10378440" y="43891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68" name="Shape 57"/>
          <p:cNvSpPr/>
          <p:nvPr/>
        </p:nvSpPr>
        <p:spPr>
          <a:xfrm>
            <a:off x="7543800" y="4937760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7653528" y="503834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0" name="Image 9" descr="C:\Users\sohan\AppData\Local\Temp\claude\D--FSDL--Mini-Project-MediBridge\45f97dc8-c678-4908-a574-23fe9eb2c836\scratchpad\pptx_work\icons\pil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4" y="5120640"/>
            <a:ext cx="201168" cy="201168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8119872" y="5010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Medications</a:t>
            </a:r>
            <a:endParaRPr lang="en-US" sz="900" dirty="0"/>
          </a:p>
        </p:txBody>
      </p:sp>
      <p:sp>
        <p:nvSpPr>
          <p:cNvPr id="72" name="Text 60"/>
          <p:cNvSpPr txBox="1"/>
          <p:nvPr/>
        </p:nvSpPr>
        <p:spPr>
          <a:xfrm>
            <a:off x="8119872" y="5212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doses logged</a:t>
            </a:r>
            <a:endParaRPr lang="en-US" sz="800" dirty="0"/>
          </a:p>
        </p:txBody>
      </p:sp>
      <p:sp>
        <p:nvSpPr>
          <p:cNvPr id="73" name="Text 6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MediBridge  |  Full Stack Mini Project</a:t>
            </a:r>
            <a:endParaRPr lang="en-US" sz="1000" dirty="0"/>
          </a:p>
        </p:txBody>
      </p:sp>
      <p:sp>
        <p:nvSpPr>
          <p:cNvPr id="74" name="Text 62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</a:t>
            </a:r>
            <a:r>
              <a:rPr lang="en-US" sz="13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6" name="Image 0" descr="C:\Users\sohan\AppData\Local\Temp\claude\D--FSDL--Mini-Project-MediBridge\45f97dc8-c678-4908-a574-23fe9eb2c836\scratchpad\pptx_work\icons\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0482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01378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 can involve fragmented doctor discovery, appointment scheduling, prescriptions, medical history and medication tracking.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may rely on multiple channels to manage these activities, creating friction and reducing continuity of care.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029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MediBridge replaces that fragmentation with one place to discover doctors, book care and stay on top of treatment.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97880" y="1600200"/>
            <a:ext cx="5745175" cy="4480560"/>
          </a:xfrm>
          <a:prstGeom prst="roundRect">
            <a:avLst>
              <a:gd name="adj" fmla="val 1633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1920240"/>
            <a:ext cx="5013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Objectives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263640" y="251460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2583180"/>
            <a:ext cx="173736" cy="1737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720840" y="2468880"/>
            <a:ext cx="4556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patients, doctors and administrators in one platform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63640" y="310896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3177540"/>
            <a:ext cx="173736" cy="1737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20840" y="3063240"/>
            <a:ext cx="4556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doctor discovery and appointment booking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7033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3771900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20840" y="3657600"/>
            <a:ext cx="4556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medical records and prescriptions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63640" y="429768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4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4366260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20840" y="4251960"/>
            <a:ext cx="4556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medication reminders and adherence tracking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63640" y="48920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5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4960620"/>
            <a:ext cx="173736" cy="1737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20840" y="4846320"/>
            <a:ext cx="4556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Care Score and Health Timeline insights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263640" y="548640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6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5554980"/>
            <a:ext cx="173736" cy="17373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720840" y="5440680"/>
            <a:ext cx="4556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secure, role-based full-stack architecture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MediBridge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Full Stack Mini Project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</a:t>
            </a:r>
            <a:r>
              <a:rPr lang="en-US" sz="13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62851" cy="1417320"/>
          </a:xfrm>
          <a:prstGeom prst="roundRect">
            <a:avLst>
              <a:gd name="adj" fmla="val 4516"/>
            </a:avLst>
          </a:prstGeom>
          <a:solidFill>
            <a:srgbClr val="F0FDFA"/>
          </a:solidFill>
          <a:ln/>
        </p:spPr>
      </p:sp>
      <p:sp>
        <p:nvSpPr>
          <p:cNvPr id="5" name="Shape 3"/>
          <p:cNvSpPr/>
          <p:nvPr/>
        </p:nvSpPr>
        <p:spPr>
          <a:xfrm>
            <a:off x="1274034" y="185623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C:\Users\sohan\AppData\Local\Temp\claude\D--FSDL--Mini-Project-MediBridge\45f97dc8-c678-4908-a574-23fe9eb2c836\scratchpad\pptx_work\icons\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906" y="1975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468880"/>
            <a:ext cx="1871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43200"/>
            <a:ext cx="1871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· Doctor · Admin</a:t>
            </a:r>
            <a:endParaRPr lang="en-US" sz="850" dirty="0"/>
          </a:p>
        </p:txBody>
      </p:sp>
      <p:pic>
        <p:nvPicPr>
          <p:cNvPr id="9" name="Image 1" descr="C:\Users\sohan\AppData\Local\Temp\claude\D--FSDL--Mini-Project-MediBridge\45f97dc8-c678-4908-a574-23fe9eb2c836\scratchpad\pptx_work\icon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779" y="228142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31531" y="1691640"/>
            <a:ext cx="1962851" cy="1417320"/>
          </a:xfrm>
          <a:prstGeom prst="roundRect">
            <a:avLst>
              <a:gd name="adj" fmla="val 4516"/>
            </a:avLst>
          </a:prstGeom>
          <a:solidFill>
            <a:srgbClr val="EEF2FF"/>
          </a:solidFill>
          <a:ln/>
        </p:spPr>
      </p:sp>
      <p:sp>
        <p:nvSpPr>
          <p:cNvPr id="11" name="Shape 7"/>
          <p:cNvSpPr/>
          <p:nvPr/>
        </p:nvSpPr>
        <p:spPr>
          <a:xfrm>
            <a:off x="3556925" y="1856232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2" name="Image 2" descr="C:\Users\sohan\AppData\Local\Temp\claude\D--FSDL--Mini-Project-MediBridge\45f97dc8-c678-4908-a574-23fe9eb2c836\scratchpad\pptx_work\icons\mon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797" y="19751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77251" y="2468880"/>
            <a:ext cx="1871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877251" y="2743200"/>
            <a:ext cx="1871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850" dirty="0"/>
          </a:p>
        </p:txBody>
      </p:sp>
      <p:pic>
        <p:nvPicPr>
          <p:cNvPr id="15" name="Image 3" descr="C:\Users\sohan\AppData\Local\Temp\claude\D--FSDL--Mini-Project-MediBridge\45f97dc8-c678-4908-a574-23fe9eb2c836\scratchpad\pptx_work\icon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670" y="228142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14422" y="1691640"/>
            <a:ext cx="1962851" cy="1417320"/>
          </a:xfrm>
          <a:prstGeom prst="roundRect">
            <a:avLst>
              <a:gd name="adj" fmla="val 4516"/>
            </a:avLst>
          </a:prstGeom>
          <a:solidFill>
            <a:srgbClr val="F0FDFA"/>
          </a:solidFill>
          <a:ln/>
        </p:spPr>
      </p:sp>
      <p:sp>
        <p:nvSpPr>
          <p:cNvPr id="17" name="Shape 11"/>
          <p:cNvSpPr/>
          <p:nvPr/>
        </p:nvSpPr>
        <p:spPr>
          <a:xfrm>
            <a:off x="5839816" y="185623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4" descr="C:\Users\sohan\AppData\Local\Temp\claude\D--FSDL--Mini-Project-MediBridge\45f97dc8-c678-4908-a574-23fe9eb2c836\scratchpad\pptx_work\icons\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688" y="1975104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160142" y="2468880"/>
            <a:ext cx="1871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5160142" y="2743200"/>
            <a:ext cx="1871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REST API</a:t>
            </a:r>
            <a:endParaRPr lang="en-US" sz="850" dirty="0"/>
          </a:p>
        </p:txBody>
      </p:sp>
      <p:pic>
        <p:nvPicPr>
          <p:cNvPr id="21" name="Image 5" descr="C:\Users\sohan\AppData\Local\Temp\claude\D--FSDL--Mini-Project-MediBridge\45f97dc8-c678-4908-a574-23fe9eb2c836\scratchpad\pptx_work\icon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561" y="228142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97313" y="1691640"/>
            <a:ext cx="1962851" cy="1417320"/>
          </a:xfrm>
          <a:prstGeom prst="roundRect">
            <a:avLst>
              <a:gd name="adj" fmla="val 4516"/>
            </a:avLst>
          </a:prstGeom>
          <a:solidFill>
            <a:srgbClr val="EEF2FF"/>
          </a:solidFill>
          <a:ln/>
        </p:spPr>
      </p:sp>
      <p:sp>
        <p:nvSpPr>
          <p:cNvPr id="23" name="Shape 15"/>
          <p:cNvSpPr/>
          <p:nvPr/>
        </p:nvSpPr>
        <p:spPr>
          <a:xfrm>
            <a:off x="8122707" y="1856232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4" name="Image 6" descr="C:\Users\sohan\AppData\Local\Temp\claude\D--FSDL--Mini-Project-MediBridge\45f97dc8-c678-4908-a574-23fe9eb2c836\scratchpad\pptx_work\icons\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1579" y="197510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443033" y="2468880"/>
            <a:ext cx="1871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7443033" y="2743200"/>
            <a:ext cx="1871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15 tables</a:t>
            </a:r>
            <a:endParaRPr lang="en-US" sz="850" dirty="0"/>
          </a:p>
        </p:txBody>
      </p:sp>
      <p:pic>
        <p:nvPicPr>
          <p:cNvPr id="27" name="Image 7" descr="C:\Users\sohan\AppData\Local\Temp\claude\D--FSDL--Mini-Project-MediBridge\45f97dc8-c678-4908-a574-23fe9eb2c836\scratchpad\pptx_work\icon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452" y="2281428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80204" y="1691640"/>
            <a:ext cx="1962851" cy="1417320"/>
          </a:xfrm>
          <a:prstGeom prst="roundRect">
            <a:avLst>
              <a:gd name="adj" fmla="val 4516"/>
            </a:avLst>
          </a:prstGeom>
          <a:solidFill>
            <a:srgbClr val="F0FDFA"/>
          </a:solidFill>
          <a:ln/>
        </p:spPr>
      </p:sp>
      <p:sp>
        <p:nvSpPr>
          <p:cNvPr id="29" name="Shape 19"/>
          <p:cNvSpPr/>
          <p:nvPr/>
        </p:nvSpPr>
        <p:spPr>
          <a:xfrm>
            <a:off x="10405598" y="185623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8" descr="C:\Users\sohan\AppData\Local\Temp\claude\D--FSDL--Mini-Project-MediBridge\45f97dc8-c678-4908-a574-23fe9eb2c836\scratchpad\pptx_work\icons\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4470" y="1975104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725924" y="2468880"/>
            <a:ext cx="1871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9725924" y="2743200"/>
            <a:ext cx="1871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RBAC</a:t>
            </a:r>
            <a:endParaRPr lang="en-US" sz="850" dirty="0"/>
          </a:p>
        </p:txBody>
      </p:sp>
      <p:sp>
        <p:nvSpPr>
          <p:cNvPr id="33" name="Shape 22"/>
          <p:cNvSpPr/>
          <p:nvPr/>
        </p:nvSpPr>
        <p:spPr>
          <a:xfrm>
            <a:off x="548640" y="3429000"/>
            <a:ext cx="5486400" cy="2651760"/>
          </a:xfrm>
          <a:prstGeom prst="roundRect">
            <a:avLst>
              <a:gd name="adj" fmla="val 2414"/>
            </a:avLst>
          </a:prstGeom>
          <a:solidFill>
            <a:srgbClr val="F1F5F9"/>
          </a:solidFill>
          <a:ln/>
        </p:spPr>
      </p:sp>
      <p:sp>
        <p:nvSpPr>
          <p:cNvPr id="34" name="Text 23"/>
          <p:cNvSpPr txBox="1"/>
          <p:nvPr/>
        </p:nvSpPr>
        <p:spPr>
          <a:xfrm>
            <a:off x="868680" y="36850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Method</a:t>
            </a:r>
            <a:endParaRPr lang="en-US" sz="1500" dirty="0"/>
          </a:p>
        </p:txBody>
      </p:sp>
      <p:sp>
        <p:nvSpPr>
          <p:cNvPr id="35" name="Shape 24"/>
          <p:cNvSpPr/>
          <p:nvPr/>
        </p:nvSpPr>
        <p:spPr>
          <a:xfrm>
            <a:off x="868680" y="420624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25"/>
          <p:cNvSpPr txBox="1"/>
          <p:nvPr/>
        </p:nvSpPr>
        <p:spPr>
          <a:xfrm>
            <a:off x="86868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1280160" y="41788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healthcare access problems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868680" y="451256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Text 28"/>
          <p:cNvSpPr txBox="1"/>
          <p:nvPr/>
        </p:nvSpPr>
        <p:spPr>
          <a:xfrm>
            <a:off x="868680" y="45125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29"/>
          <p:cNvSpPr txBox="1"/>
          <p:nvPr/>
        </p:nvSpPr>
        <p:spPr>
          <a:xfrm>
            <a:off x="1280160" y="44851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actors, requirements and use cases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868680" y="481888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31"/>
          <p:cNvSpPr txBox="1"/>
          <p:nvPr/>
        </p:nvSpPr>
        <p:spPr>
          <a:xfrm>
            <a:off x="868680" y="4818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1280160" y="479145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role-based webpages and workflows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868680" y="512521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868680" y="51252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1280160" y="50977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APIs and relational database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868680" y="543153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37"/>
          <p:cNvSpPr txBox="1"/>
          <p:nvPr/>
        </p:nvSpPr>
        <p:spPr>
          <a:xfrm>
            <a:off x="868680" y="5431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Text 38"/>
          <p:cNvSpPr txBox="1"/>
          <p:nvPr/>
        </p:nvSpPr>
        <p:spPr>
          <a:xfrm>
            <a:off x="1280160" y="540410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frontend, backend and database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868680" y="573786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1" name="Text 40"/>
          <p:cNvSpPr txBox="1"/>
          <p:nvPr/>
        </p:nvSpPr>
        <p:spPr>
          <a:xfrm>
            <a:off x="868680" y="57378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1280160" y="57104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authentication and core workflows</a:t>
            </a:r>
            <a:endParaRPr lang="en-US" sz="1100" dirty="0"/>
          </a:p>
        </p:txBody>
      </p:sp>
      <p:sp>
        <p:nvSpPr>
          <p:cNvPr id="53" name="Shape 42"/>
          <p:cNvSpPr/>
          <p:nvPr/>
        </p:nvSpPr>
        <p:spPr>
          <a:xfrm>
            <a:off x="6309360" y="3429000"/>
            <a:ext cx="5333695" cy="2651760"/>
          </a:xfrm>
          <a:prstGeom prst="roundRect">
            <a:avLst>
              <a:gd name="adj" fmla="val 2414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6629400" y="3685032"/>
            <a:ext cx="4693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Approach</a:t>
            </a:r>
            <a:endParaRPr lang="en-US" sz="1500" dirty="0"/>
          </a:p>
        </p:txBody>
      </p:sp>
      <p:sp>
        <p:nvSpPr>
          <p:cNvPr id="55" name="Shape 44"/>
          <p:cNvSpPr/>
          <p:nvPr/>
        </p:nvSpPr>
        <p:spPr>
          <a:xfrm>
            <a:off x="6601968" y="42062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6" name="Image 9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261104"/>
            <a:ext cx="146304" cy="146304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6995160" y="4160520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role-based authorization</a:t>
            </a:r>
            <a:endParaRPr lang="en-US" sz="1100" dirty="0"/>
          </a:p>
        </p:txBody>
      </p:sp>
      <p:sp>
        <p:nvSpPr>
          <p:cNvPr id="58" name="Shape 46"/>
          <p:cNvSpPr/>
          <p:nvPr/>
        </p:nvSpPr>
        <p:spPr>
          <a:xfrm>
            <a:off x="6601968" y="45125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9" name="Image 10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567428"/>
            <a:ext cx="146304" cy="146304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6995160" y="4466844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 queries</a:t>
            </a:r>
            <a:endParaRPr lang="en-US" sz="1100" dirty="0"/>
          </a:p>
        </p:txBody>
      </p:sp>
      <p:sp>
        <p:nvSpPr>
          <p:cNvPr id="61" name="Shape 48"/>
          <p:cNvSpPr/>
          <p:nvPr/>
        </p:nvSpPr>
        <p:spPr>
          <a:xfrm>
            <a:off x="6601968" y="481888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2" name="Image 11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873752"/>
            <a:ext cx="146304" cy="146304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6995160" y="4773168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validation and error handling</a:t>
            </a:r>
            <a:endParaRPr lang="en-US" sz="1100" dirty="0"/>
          </a:p>
        </p:txBody>
      </p:sp>
      <p:sp>
        <p:nvSpPr>
          <p:cNvPr id="64" name="Shape 50"/>
          <p:cNvSpPr/>
          <p:nvPr/>
        </p:nvSpPr>
        <p:spPr>
          <a:xfrm>
            <a:off x="6601968" y="512521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5" name="Image 12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5180076"/>
            <a:ext cx="146304" cy="146304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6995160" y="5079492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conflict prevention at app + DB level</a:t>
            </a:r>
            <a:endParaRPr lang="en-US" sz="1100" dirty="0"/>
          </a:p>
        </p:txBody>
      </p:sp>
      <p:sp>
        <p:nvSpPr>
          <p:cNvPr id="67" name="Shape 52"/>
          <p:cNvSpPr/>
          <p:nvPr/>
        </p:nvSpPr>
        <p:spPr>
          <a:xfrm>
            <a:off x="6601968" y="543153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8" name="Image 13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5486400"/>
            <a:ext cx="146304" cy="146304"/>
          </a:xfrm>
          <a:prstGeom prst="rect">
            <a:avLst/>
          </a:prstGeom>
        </p:spPr>
      </p:pic>
      <p:sp>
        <p:nvSpPr>
          <p:cNvPr id="69" name="Text 53"/>
          <p:cNvSpPr txBox="1"/>
          <p:nvPr/>
        </p:nvSpPr>
        <p:spPr>
          <a:xfrm>
            <a:off x="6995160" y="5385816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multi-page frontend</a:t>
            </a:r>
            <a:endParaRPr lang="en-US" sz="1100" dirty="0"/>
          </a:p>
        </p:txBody>
      </p:sp>
      <p:sp>
        <p:nvSpPr>
          <p:cNvPr id="70" name="Shape 54"/>
          <p:cNvSpPr/>
          <p:nvPr/>
        </p:nvSpPr>
        <p:spPr>
          <a:xfrm>
            <a:off x="6601968" y="57378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1" name="Image 14" descr="C:\Users\sohan\AppData\Local\Temp\claude\D--FSDL--Mini-Project-MediBridge\45f97dc8-c678-4908-a574-23fe9eb2c836\scratchpad\pptx_work\icons\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5792724"/>
            <a:ext cx="146304" cy="146304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6995160" y="5692140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routes, controllers, middleware, utilities</a:t>
            </a:r>
            <a:endParaRPr lang="en-US" sz="1100" dirty="0"/>
          </a:p>
        </p:txBody>
      </p:sp>
      <p:sp>
        <p:nvSpPr>
          <p:cNvPr id="73" name="Text 5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MediBridge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Full Stack Mini Project</a:t>
            </a:r>
            <a:endParaRPr lang="en-US" sz="1000" dirty="0"/>
          </a:p>
        </p:txBody>
      </p:sp>
      <p:sp>
        <p:nvSpPr>
          <p:cNvPr id="74" name="Text 57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</a:t>
            </a:r>
            <a:r>
              <a:rPr lang="en-US" sz="13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FUNCTIONALITY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&amp;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4778" cy="466344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484778" cy="868680"/>
          </a:xfrm>
          <a:prstGeom prst="roundRect">
            <a:avLst>
              <a:gd name="adj" fmla="val 7368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3484778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78308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8" name="Image 0" descr="C:\Users\sohan\AppData\Local\Temp\claude\D--FSDL--Mini-Project-MediBridge\45f97dc8-c678-4908-a574-23fe9eb2c836\scratchpad\pptx_work\icons\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901952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856232"/>
            <a:ext cx="2387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275234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2642616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315010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3040380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doctors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" y="354787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3438144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doctor profiles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2960" y="394563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5840" y="3835908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cancel / reschedule appointments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434340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4233672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medical records &amp; prescriptions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2960" y="474116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05840" y="4631436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medications &amp; log intake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513892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5840" y="5029200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Score &amp; Health Timeline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2960" y="553669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05840" y="5426964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doctor reviews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22960" y="593445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05840" y="5824728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resources &amp; emergency guidance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353458" y="1600200"/>
            <a:ext cx="3484778" cy="466344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353458" y="1600200"/>
            <a:ext cx="3484778" cy="868680"/>
          </a:xfrm>
          <a:prstGeom prst="roundRect">
            <a:avLst>
              <a:gd name="adj" fmla="val 7368"/>
            </a:avLst>
          </a:prstGeom>
          <a:solidFill>
            <a:srgbClr val="4F46E5"/>
          </a:solidFill>
          <a:ln/>
        </p:spPr>
      </p:sp>
      <p:sp>
        <p:nvSpPr>
          <p:cNvPr id="30" name="Shape 27"/>
          <p:cNvSpPr/>
          <p:nvPr/>
        </p:nvSpPr>
        <p:spPr>
          <a:xfrm>
            <a:off x="4353458" y="2011680"/>
            <a:ext cx="3484778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8"/>
          <p:cNvSpPr/>
          <p:nvPr/>
        </p:nvSpPr>
        <p:spPr>
          <a:xfrm>
            <a:off x="4609490" y="178308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2" name="Image 1" descr="C:\Users\sohan\AppData\Local\Temp\claude\D--FSDL--Mini-Project-MediBridge\45f97dc8-c678-4908-a574-23fe9eb2c836\scratchpad\pptx_work\icons\user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362" y="1901952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267858" y="1856232"/>
            <a:ext cx="2387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4627778" y="275234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810658" y="2642616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profile management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627778" y="3150108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810658" y="3040380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availability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627778" y="3547872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810658" y="3438144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appointments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627778" y="3945636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4810658" y="3835908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complete / cancel appointments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4627778" y="4343400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4810658" y="4233672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patients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627778" y="474116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4810658" y="4631436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medical records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4627778" y="5138928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4810658" y="5029200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prescriptions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4627778" y="5536692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4810658" y="5426964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dashboard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8158277" y="1600200"/>
            <a:ext cx="3484778" cy="466344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8158277" y="1600200"/>
            <a:ext cx="3484778" cy="868680"/>
          </a:xfrm>
          <a:prstGeom prst="roundRect">
            <a:avLst>
              <a:gd name="adj" fmla="val 7368"/>
            </a:avLst>
          </a:prstGeom>
          <a:solidFill>
            <a:srgbClr val="334155"/>
          </a:solidFill>
          <a:ln/>
        </p:spPr>
      </p:sp>
      <p:sp>
        <p:nvSpPr>
          <p:cNvPr id="52" name="Shape 48"/>
          <p:cNvSpPr/>
          <p:nvPr/>
        </p:nvSpPr>
        <p:spPr>
          <a:xfrm>
            <a:off x="8158277" y="2011680"/>
            <a:ext cx="3484778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" name="Shape 49"/>
          <p:cNvSpPr/>
          <p:nvPr/>
        </p:nvSpPr>
        <p:spPr>
          <a:xfrm>
            <a:off x="8414309" y="178308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54" name="Image 2" descr="C:\Users\sohan\AppData\Local\Temp\claude\D--FSDL--Mini-Project-MediBridge\45f97dc8-c678-4908-a574-23fe9eb2c836\scratchpad\pptx_work\icons\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181" y="1901952"/>
            <a:ext cx="274320" cy="274320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9072677" y="1856232"/>
            <a:ext cx="2387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800" dirty="0"/>
          </a:p>
        </p:txBody>
      </p:sp>
      <p:sp>
        <p:nvSpPr>
          <p:cNvPr id="56" name="Shape 51"/>
          <p:cNvSpPr/>
          <p:nvPr/>
        </p:nvSpPr>
        <p:spPr>
          <a:xfrm>
            <a:off x="8432597" y="2752344"/>
            <a:ext cx="82296" cy="8229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8615477" y="2642616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8432597" y="3150108"/>
            <a:ext cx="82296" cy="8229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8615477" y="3040380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patients and doctors</a:t>
            </a:r>
            <a:endParaRPr lang="en-US" sz="1050" dirty="0"/>
          </a:p>
        </p:txBody>
      </p:sp>
      <p:sp>
        <p:nvSpPr>
          <p:cNvPr id="60" name="Shape 55"/>
          <p:cNvSpPr/>
          <p:nvPr/>
        </p:nvSpPr>
        <p:spPr>
          <a:xfrm>
            <a:off x="8432597" y="3547872"/>
            <a:ext cx="82296" cy="8229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8615477" y="3438144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doctors</a:t>
            </a:r>
            <a:endParaRPr lang="en-US" sz="1050" dirty="0"/>
          </a:p>
        </p:txBody>
      </p:sp>
      <p:sp>
        <p:nvSpPr>
          <p:cNvPr id="62" name="Shape 57"/>
          <p:cNvSpPr/>
          <p:nvPr/>
        </p:nvSpPr>
        <p:spPr>
          <a:xfrm>
            <a:off x="8432597" y="3945636"/>
            <a:ext cx="82296" cy="8229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3" name="Text 58"/>
          <p:cNvSpPr txBox="1"/>
          <p:nvPr/>
        </p:nvSpPr>
        <p:spPr>
          <a:xfrm>
            <a:off x="8615477" y="3835908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appointments</a:t>
            </a:r>
            <a:endParaRPr lang="en-US" sz="1050" dirty="0"/>
          </a:p>
        </p:txBody>
      </p:sp>
      <p:sp>
        <p:nvSpPr>
          <p:cNvPr id="64" name="Shape 59"/>
          <p:cNvSpPr/>
          <p:nvPr/>
        </p:nvSpPr>
        <p:spPr>
          <a:xfrm>
            <a:off x="8432597" y="4343400"/>
            <a:ext cx="82296" cy="8229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8615477" y="4233672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specializations</a:t>
            </a:r>
            <a:endParaRPr lang="en-US" sz="1050" dirty="0"/>
          </a:p>
        </p:txBody>
      </p:sp>
      <p:sp>
        <p:nvSpPr>
          <p:cNvPr id="66" name="Shape 61"/>
          <p:cNvSpPr/>
          <p:nvPr/>
        </p:nvSpPr>
        <p:spPr>
          <a:xfrm>
            <a:off x="8432597" y="4741164"/>
            <a:ext cx="82296" cy="8229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7" name="Text 62"/>
          <p:cNvSpPr txBox="1"/>
          <p:nvPr/>
        </p:nvSpPr>
        <p:spPr>
          <a:xfrm>
            <a:off x="8615477" y="4631436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healthcare resources</a:t>
            </a:r>
            <a:endParaRPr lang="en-US" sz="1050" dirty="0"/>
          </a:p>
        </p:txBody>
      </p:sp>
      <p:sp>
        <p:nvSpPr>
          <p:cNvPr id="68" name="Shape 63"/>
          <p:cNvSpPr/>
          <p:nvPr/>
        </p:nvSpPr>
        <p:spPr>
          <a:xfrm>
            <a:off x="8432597" y="5138928"/>
            <a:ext cx="82296" cy="8229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9" name="Text 64"/>
          <p:cNvSpPr txBox="1"/>
          <p:nvPr/>
        </p:nvSpPr>
        <p:spPr>
          <a:xfrm>
            <a:off x="8615477" y="5029200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reported issues</a:t>
            </a:r>
            <a:endParaRPr lang="en-US" sz="1050" dirty="0"/>
          </a:p>
        </p:txBody>
      </p:sp>
      <p:sp>
        <p:nvSpPr>
          <p:cNvPr id="70" name="Shape 65"/>
          <p:cNvSpPr/>
          <p:nvPr/>
        </p:nvSpPr>
        <p:spPr>
          <a:xfrm>
            <a:off x="8432597" y="5536692"/>
            <a:ext cx="82296" cy="8229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71" name="Text 66"/>
          <p:cNvSpPr txBox="1"/>
          <p:nvPr/>
        </p:nvSpPr>
        <p:spPr>
          <a:xfrm>
            <a:off x="8615477" y="5426964"/>
            <a:ext cx="2798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audit logs</a:t>
            </a:r>
            <a:endParaRPr lang="en-US" sz="1050" dirty="0"/>
          </a:p>
        </p:txBody>
      </p:sp>
      <p:sp>
        <p:nvSpPr>
          <p:cNvPr id="72" name="Text 6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MediBridge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Full Stack Mini Project</a:t>
            </a:r>
            <a:endParaRPr lang="en-US" sz="1000" dirty="0"/>
          </a:p>
        </p:txBody>
      </p:sp>
      <p:sp>
        <p:nvSpPr>
          <p:cNvPr id="73" name="Text 68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</a:t>
            </a: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DELIVERS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Outcomes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4778" cy="4160520"/>
          </a:xfrm>
          <a:prstGeom prst="roundRect">
            <a:avLst>
              <a:gd name="adj" fmla="val 1837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745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C:\Users\sohan\AppData\Local\Temp\claude\D--FSDL--Mini-Project-MediBridge\45f97dc8-c678-4908-a574-23fe9eb2c836\scratchpad\pptx_work\icons\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46888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980944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24128" y="2871216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Node.js / Express / MySQL system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822960" y="3342132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24128" y="3232404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role-based dashboards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822960" y="3703320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24128" y="3593592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authentication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822960" y="4064508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24128" y="3954780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slot computation &amp; conflict prevention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822960" y="4425696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24128" y="4315968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&amp; prescriptions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822960" y="4786884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24128" y="4677156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adherence tracking</a:t>
            </a:r>
            <a:endParaRPr lang="en-US" sz="970" dirty="0"/>
          </a:p>
        </p:txBody>
      </p:sp>
      <p:sp>
        <p:nvSpPr>
          <p:cNvPr id="20" name="Shape 17"/>
          <p:cNvSpPr/>
          <p:nvPr/>
        </p:nvSpPr>
        <p:spPr>
          <a:xfrm>
            <a:off x="822960" y="5148072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24128" y="5038344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Score + Health Timeline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822960" y="5509260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24128" y="5399532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with validation and error states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1837"/>
            </a:avLst>
          </a:prstGeom>
          <a:solidFill>
            <a:srgbClr val="1E293B"/>
          </a:solidFill>
          <a:ln/>
        </p:spPr>
      </p:sp>
      <p:sp>
        <p:nvSpPr>
          <p:cNvPr id="25" name="Shape 22"/>
          <p:cNvSpPr/>
          <p:nvPr/>
        </p:nvSpPr>
        <p:spPr>
          <a:xfrm>
            <a:off x="4609490" y="18745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6" name="Image 1" descr="C:\Users\sohan\AppData\Local\Temp\claude\D--FSDL--Mini-Project-MediBridge\45f97dc8-c678-4908-a574-23fe9eb2c836\scratchpad\pptx_work\icons\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218" y="1984248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609490" y="246888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4627778" y="2980944"/>
            <a:ext cx="73152" cy="7315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828946" y="2871216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Requirement-driven use cases</a:t>
            </a:r>
            <a:endParaRPr lang="en-US" sz="970" dirty="0"/>
          </a:p>
        </p:txBody>
      </p:sp>
      <p:sp>
        <p:nvSpPr>
          <p:cNvPr id="30" name="Shape 26"/>
          <p:cNvSpPr/>
          <p:nvPr/>
        </p:nvSpPr>
        <p:spPr>
          <a:xfrm>
            <a:off x="4627778" y="3364992"/>
            <a:ext cx="73152" cy="7315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828946" y="3255264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970" dirty="0"/>
          </a:p>
        </p:txBody>
      </p:sp>
      <p:sp>
        <p:nvSpPr>
          <p:cNvPr id="32" name="Shape 28"/>
          <p:cNvSpPr/>
          <p:nvPr/>
        </p:nvSpPr>
        <p:spPr>
          <a:xfrm>
            <a:off x="4627778" y="3749040"/>
            <a:ext cx="73152" cy="7315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4828946" y="3639312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relational database design</a:t>
            </a:r>
            <a:endParaRPr lang="en-US" sz="970" dirty="0"/>
          </a:p>
        </p:txBody>
      </p:sp>
      <p:sp>
        <p:nvSpPr>
          <p:cNvPr id="34" name="Shape 30"/>
          <p:cNvSpPr/>
          <p:nvPr/>
        </p:nvSpPr>
        <p:spPr>
          <a:xfrm>
            <a:off x="4627778" y="4133088"/>
            <a:ext cx="73152" cy="7315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828946" y="4023360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backend services</a:t>
            </a:r>
            <a:endParaRPr lang="en-US" sz="970" dirty="0"/>
          </a:p>
        </p:txBody>
      </p:sp>
      <p:sp>
        <p:nvSpPr>
          <p:cNvPr id="36" name="Shape 32"/>
          <p:cNvSpPr/>
          <p:nvPr/>
        </p:nvSpPr>
        <p:spPr>
          <a:xfrm>
            <a:off x="4627778" y="4517136"/>
            <a:ext cx="73152" cy="7315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828946" y="4407408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User-focused web interfaces</a:t>
            </a:r>
            <a:endParaRPr lang="en-US" sz="970" dirty="0"/>
          </a:p>
        </p:txBody>
      </p:sp>
      <p:sp>
        <p:nvSpPr>
          <p:cNvPr id="38" name="Shape 34"/>
          <p:cNvSpPr/>
          <p:nvPr/>
        </p:nvSpPr>
        <p:spPr>
          <a:xfrm>
            <a:off x="4627778" y="4901184"/>
            <a:ext cx="73152" cy="7315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828946" y="4791456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healthcare engagement</a:t>
            </a:r>
            <a:endParaRPr lang="en-US" sz="970" dirty="0"/>
          </a:p>
        </p:txBody>
      </p:sp>
      <p:sp>
        <p:nvSpPr>
          <p:cNvPr id="40" name="Text 36"/>
          <p:cNvSpPr txBox="1"/>
          <p:nvPr/>
        </p:nvSpPr>
        <p:spPr>
          <a:xfrm>
            <a:off x="4609490" y="5376672"/>
            <a:ext cx="29727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is fictional demo data.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8158277" y="1600200"/>
            <a:ext cx="3484778" cy="4160520"/>
          </a:xfrm>
          <a:prstGeom prst="roundRect">
            <a:avLst>
              <a:gd name="adj" fmla="val 1837"/>
            </a:avLst>
          </a:prstGeom>
          <a:solidFill>
            <a:srgbClr val="1E293B"/>
          </a:solidFill>
          <a:ln/>
        </p:spPr>
      </p:sp>
      <p:sp>
        <p:nvSpPr>
          <p:cNvPr id="42" name="Shape 38"/>
          <p:cNvSpPr/>
          <p:nvPr/>
        </p:nvSpPr>
        <p:spPr>
          <a:xfrm>
            <a:off x="8414309" y="18745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43" name="Image 2" descr="C:\Users\sohan\AppData\Local\Temp\claude\D--FSDL--Mini-Project-MediBridge\45f97dc8-c678-4908-a574-23fe9eb2c836\scratchpad\pptx_work\icons\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037" y="1984248"/>
            <a:ext cx="237744" cy="237744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8414309" y="246888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45" name="Shape 40"/>
          <p:cNvSpPr/>
          <p:nvPr/>
        </p:nvSpPr>
        <p:spPr>
          <a:xfrm>
            <a:off x="8432597" y="2980944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8633765" y="2871216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document upload</a:t>
            </a:r>
            <a:endParaRPr lang="en-US" sz="970" dirty="0"/>
          </a:p>
        </p:txBody>
      </p:sp>
      <p:sp>
        <p:nvSpPr>
          <p:cNvPr id="47" name="Shape 42"/>
          <p:cNvSpPr/>
          <p:nvPr/>
        </p:nvSpPr>
        <p:spPr>
          <a:xfrm>
            <a:off x="8432597" y="3364992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8633765" y="3255264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notifications</a:t>
            </a:r>
            <a:endParaRPr lang="en-US" sz="970" dirty="0"/>
          </a:p>
        </p:txBody>
      </p:sp>
      <p:sp>
        <p:nvSpPr>
          <p:cNvPr id="49" name="Shape 44"/>
          <p:cNvSpPr/>
          <p:nvPr/>
        </p:nvSpPr>
        <p:spPr>
          <a:xfrm>
            <a:off x="8432597" y="3749040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8633765" y="3639312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API testing</a:t>
            </a:r>
            <a:endParaRPr lang="en-US" sz="970" dirty="0"/>
          </a:p>
        </p:txBody>
      </p:sp>
      <p:sp>
        <p:nvSpPr>
          <p:cNvPr id="51" name="Shape 46"/>
          <p:cNvSpPr/>
          <p:nvPr/>
        </p:nvSpPr>
        <p:spPr>
          <a:xfrm>
            <a:off x="8432597" y="4133088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8633765" y="4023360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billing module</a:t>
            </a:r>
            <a:endParaRPr lang="en-US" sz="970" dirty="0"/>
          </a:p>
        </p:txBody>
      </p:sp>
      <p:sp>
        <p:nvSpPr>
          <p:cNvPr id="53" name="Shape 48"/>
          <p:cNvSpPr/>
          <p:nvPr/>
        </p:nvSpPr>
        <p:spPr>
          <a:xfrm>
            <a:off x="8432597" y="4517136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8633765" y="4407408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video consultation with WebRTC</a:t>
            </a:r>
            <a:endParaRPr lang="en-US" sz="970" dirty="0"/>
          </a:p>
        </p:txBody>
      </p:sp>
      <p:sp>
        <p:nvSpPr>
          <p:cNvPr id="55" name="Shape 50"/>
          <p:cNvSpPr/>
          <p:nvPr/>
        </p:nvSpPr>
        <p:spPr>
          <a:xfrm>
            <a:off x="8432597" y="4901184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8633765" y="4791456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and monitoring</a:t>
            </a:r>
            <a:endParaRPr lang="en-US" sz="970" dirty="0"/>
          </a:p>
        </p:txBody>
      </p:sp>
      <p:sp>
        <p:nvSpPr>
          <p:cNvPr id="57" name="Shape 52"/>
          <p:cNvSpPr/>
          <p:nvPr/>
        </p:nvSpPr>
        <p:spPr>
          <a:xfrm>
            <a:off x="8432597" y="5285232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8633765" y="5175504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privacy and audit controls</a:t>
            </a:r>
            <a:endParaRPr lang="en-US" sz="970" dirty="0"/>
          </a:p>
        </p:txBody>
      </p:sp>
      <p:sp>
        <p:nvSpPr>
          <p:cNvPr id="59" name="Shape 54"/>
          <p:cNvSpPr/>
          <p:nvPr/>
        </p:nvSpPr>
        <p:spPr>
          <a:xfrm>
            <a:off x="548640" y="59893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pic>
        <p:nvPicPr>
          <p:cNvPr id="60" name="Image 3" descr="C:\Users\sohan\AppData\Local\Temp\claude\D--FSDL--Mini-Project-MediBridge\45f97dc8-c678-4908-a574-23fe9eb2c836\scratchpad\pptx_work\icons\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6089904"/>
            <a:ext cx="256032" cy="256032"/>
          </a:xfrm>
          <a:prstGeom prst="rect">
            <a:avLst/>
          </a:prstGeom>
        </p:spPr>
      </p:pic>
      <p:sp>
        <p:nvSpPr>
          <p:cNvPr id="61" name="Text 55"/>
          <p:cNvSpPr txBox="1"/>
          <p:nvPr/>
        </p:nvSpPr>
        <p:spPr>
          <a:xfrm>
            <a:off x="1051560" y="5989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github.com/Sohan-Narewadi/MediBridge</a:t>
            </a:r>
            <a:endParaRPr lang="en-US" sz="1050" dirty="0"/>
          </a:p>
        </p:txBody>
      </p:sp>
      <p:sp>
        <p:nvSpPr>
          <p:cNvPr id="62" name="Text 5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MediBridge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Full Stack Mini Project</a:t>
            </a:r>
            <a:endParaRPr lang="en-US" sz="1000" dirty="0"/>
          </a:p>
        </p:txBody>
      </p:sp>
      <p:sp>
        <p:nvSpPr>
          <p:cNvPr id="63" name="Text 57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598</Words>
  <Application>Microsoft Office PowerPoint</Application>
  <PresentationFormat>Widescreen</PresentationFormat>
  <Paragraphs>153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Sohan ‎</cp:lastModifiedBy>
  <cp:revision>2</cp:revision>
  <dcterms:created xsi:type="dcterms:W3CDTF">2026-09-19T09:11:00Z</dcterms:created>
  <dcterms:modified xsi:type="dcterms:W3CDTF">2026-09-19T11:18:09Z</dcterms:modified>
</cp:coreProperties>
</file>